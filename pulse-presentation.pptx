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C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s_jpg/slide_0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C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s_jpg/slide_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C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s_jpg/slide_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C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s_jpg/slide_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C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s_jpg/slide_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C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s_jpg/slide_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C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s_jpg/slide_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C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s_jpg/slide_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0C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s_jpg/slide_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0C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s_jpg/slide_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0C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s_jpg/slide_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0C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s_jpg/slide_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0C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s_jpg/slide_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0C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s_jpg/slide_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80C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s_jpg/slide_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80C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s_jpg/slide_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80C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s_jpg/slide_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SBI Pulse — Pillar 03 Digital Engagement · GFF 2026</dc:title>
  <dc:subject>PptxGenJS Presentation</dc:subject>
  <dc:creator>Harsh Dattani</dc:creator>
  <cp:lastModifiedBy>Harsh Dattani</cp:lastModifiedBy>
  <cp:revision>1</cp:revision>
  <dcterms:created xsi:type="dcterms:W3CDTF">2026-07-03T12:41:08Z</dcterms:created>
  <dcterms:modified xsi:type="dcterms:W3CDTF">2026-07-03T12:41:08Z</dcterms:modified>
</cp:coreProperties>
</file>